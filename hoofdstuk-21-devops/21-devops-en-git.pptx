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 nu toe schreven we code. Vandaag: wat gebeurt er daarna? Hoe komt je programma bij echte mensen, en hoe merk je dat er iets misloopt?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= ontwikkelaars (bakken), Ops = beheer (verkopen). Tussen beide stond een muur. DevOps breekt die muur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 je ziet bij het opvolgen, gebruik je om het volgende plan te maken. Daarom een 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repository is de enige bron van waarheid: als het daar niet staat, bestaat het niet. Git kennen ze uit hoofdstuk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heet continuous integration: vaak (dagelijks) je werk samenvoegen met dat van de anderen.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Elke keer een verse computer: zo werkt het niet “toevallig enkel op mijn laptop”.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Vereenvoudigde versie van 21.04-controle.yml. Toon het volledige bestand in de map als de groep er klaar voor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Tussen jouw laptop en de gebruiker zitten meestal meerdere omgevingen. Hoe dichter bij de gebruiker, hoe voorzichtiger.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21.08: logging in plaats van print. Zo merk je een probleem vóór de gebruiker het merkt.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Oefeningen: 21.1 (teken de keten van laptop tot lezer) en 21.2 (beoordeel de pijplijn van de stagiair).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NKER"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C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21  ·  PYTHON BASIS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DevOps: van jouw laptop naar de wereld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je code veilig bij de gebruikers komt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2103120" cy="2103120"/>
          </a:xfrm>
          <a:prstGeom prst="ellipse">
            <a:avLst/>
          </a:prstGeom>
          <a:solidFill>
            <a:srgbClr val="2B2F55"/>
          </a:solidFill>
          <a:ln w="12700">
            <a:solidFill>
              <a:srgbClr val="2B2F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325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🎂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 je een bakkerij voor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Vroeger bakte één groep de taart en verkocht een andere groep hem. Ging er iets mis, dan wezen ze naar elkaar.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= samen bakken én samen verkopen. Wie het bouwt, zorgt er ook voor.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DevOps-lus: altijd opnieuw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04672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27632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gaan we maken?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05456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28416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57984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schrijven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58768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0208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het?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07024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729984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59552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50992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Uitrollen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50992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de gebruikers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07808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07808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👀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260336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51776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Opvolgen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Loopt alles goed?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“opvolgen” begin je weer bij “plannen”: het is een cirkel, geen rechte lijn.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is het geheugen van het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foto van je werk op dit moment. Je kunt altijd terug.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foto’s naar de gedeelde kast sturen, zodat iedereen ze ziet.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ene kast waar de échte versie ligt. Niet op je laptop!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Vaak een klein stukje samenvoegen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Liever elke dag één puzzelstukje leggen dan op het einde 1000 stukjes tegelijk.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stukjes samenvoegen = kleine problemen. Alles op het einde = één grote ramp.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pijplijn: een robot die alles nakijkt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04672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27632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typt git push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05456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28416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57984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pc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robot neemt een lege computer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58768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0208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 alles wat nodig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07024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729984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59552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50992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50992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robot draait controle.py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07808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07808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260336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51776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Uitslag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groen = goed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rood = fout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 ziet het recept voor de robot eruit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Controle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[push]          # start bij elke push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controleer: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python controle.py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recept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leest het van boven naar onder, net als een recept. Eén foutje in je code en de robot ziet het meteen.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Eerst oefenen, dan pas echt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Testomgeving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oefenkeuken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Fouten mogen hier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heeft er last van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echte restaurant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gasten, echte gebruikers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fout hier doet pijn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Kijken of alles goed blijft draaien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📓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Logboek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dagboek voor je programma, in plaats van print().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Snelheid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lang moet de gebruiker wachten?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Fouten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vaak loopt er iets mis?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Onthoud 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= wie het bouwt, zorgt er ook voor.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bewaart de enige echte versie van de code.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pijplijn test je code automatisch bij elke push.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s eenvoudig">
  <a:themeElements>
    <a:clrScheme name="Python basis eenvoudig">
      <a:dk1>
        <a:srgbClr val="1C1F3B"/>
      </a:dk1>
      <a:lt1>
        <a:srgbClr val="FFFFFF"/>
      </a:lt1>
      <a:dk2>
        <a:srgbClr val="2B2F55"/>
      </a:dk2>
      <a:lt2>
        <a:srgbClr val="F0F2F8"/>
      </a:lt2>
      <a:accent1>
        <a:srgbClr val="F4A259"/>
      </a:accent1>
      <a:accent2>
        <a:srgbClr val="2E9E6B"/>
      </a:accent2>
      <a:accent3>
        <a:srgbClr val="D64545"/>
      </a:accent3>
      <a:accent4>
        <a:srgbClr val="3A7CA5"/>
      </a:accent4>
      <a:accent5>
        <a:srgbClr val="8E7CC3"/>
      </a:accent5>
      <a:accent6>
        <a:srgbClr val="5B6075"/>
      </a:accent6>
      <a:hlink>
        <a:srgbClr val="3A7CA5"/>
      </a:hlink>
      <a:folHlink>
        <a:srgbClr val="8E7CC3"/>
      </a:folHlink>
    </a:clrScheme>
    <a:fontScheme name="Python basis eenvoudi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en Git</dc:title>
  <dc:subject>PptxGenJS Presentation</dc:subject>
  <dc:creator>Tom Vanhoutte</dc:creator>
  <cp:lastModifiedBy>Tom Vanhoutte</cp:lastModifiedBy>
  <cp:revision>1</cp:revision>
  <dcterms:created xsi:type="dcterms:W3CDTF">2026-10-28T10:30:51Z</dcterms:created>
  <dcterms:modified xsi:type="dcterms:W3CDTF">2026-10-28T10:30:51Z</dcterms:modified>
</cp:coreProperties>
</file>