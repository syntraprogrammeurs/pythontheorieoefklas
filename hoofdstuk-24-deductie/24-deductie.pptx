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Bij deductie is het besluit zeker, als de premissen waar zijn.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Deductie maakt verborgen informatie zichtbaar, maar voegt geen nieuwe kennis over de wereld toe.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Ponens = bevestigen van het eerste deel. Tollens = ontkennen van het tweede deel.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sproeier is het tegenvoorbeeld. Zie 24.02a en 24.02b: de computer rekent het 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Enkel de contrapositie (omkeren én ontkennen) betekent hetzelfde. Zie 24.03.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Hypothetisch syllogisme, disjunctief syllogisme en conjunctie.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Mijn kat is het tegenvoorbeeld: premissen waar, besluit onwaar.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 24.07. Elk nieuw feit kan meteen een volgende regel laten werken.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 werkt elke regelmachine: de uitleenregels van De Leeslamp, maar ook bijvoorbeeld een spamfilter.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Oefeningen: 24.1 (de vergadering ontleden) en 24.2 (de toegangsregels afleiden).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NKER"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C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HOOFDSTUK 24  ·  PYTHON BASIS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57607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Deductie: zeker weten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57607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Redeneren als een detective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0" y="1325880"/>
            <a:ext cx="2103120" cy="2103120"/>
          </a:xfrm>
          <a:prstGeom prst="ellipse">
            <a:avLst/>
          </a:prstGeom>
          <a:solidFill>
            <a:srgbClr val="2B2F55"/>
          </a:solidFill>
          <a:ln w="12700">
            <a:solidFill>
              <a:srgbClr val="2B2F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13258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🕵️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2103120" cy="21031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801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Zeker, maar niets nieuws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965960"/>
            <a:ext cx="54864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deductie haal je eruit wat er eigenlijk al in zat. Kloppen de regels, dan klopt het besluit 100%.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als een detective die alle aanwijzingen samenlegt.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Twee vormen die altijd kloppen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E1F3EA"/>
          </a:solidFill>
          <a:ln w="12700">
            <a:solidFill>
              <a:srgbClr val="E1F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Modus ponens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het regent, is de straat nat.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regent.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Dus: de straat is nat.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E1F3EA"/>
          </a:solidFill>
          <a:ln w="12700">
            <a:solidFill>
              <a:srgbClr val="E1F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Modus tollens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het regent, is de straat nat.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straat is niet nat.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Dus: het regent niet.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Twee valkuilen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gevolg bevestigen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het regent, is de straat nat.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straat is nat.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 het regent? Nee! Misschien stond de sproeier aan.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voorwaarde ontkennen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het regent, is de straat nat.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regent niet.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 de straat is droog? Nee! De sproeier, weet je nog?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Uit één regel maak je er drie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38912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Zelfde als origineel?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Origineel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het regent, is de straat nat.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Omgekeerd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de straat nat is, regent het.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nee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Tegengesteld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het niet regent, is de straat niet nat.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nee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Contrapositie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de straat niet nat is, regent het niet.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ja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Nog meer vormen die altijd kloppen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E1F3EA"/>
          </a:solidFill>
          <a:ln w="12700">
            <a:solidFill>
              <a:srgbClr val="E1F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11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411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⛓️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A dan B.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B dan C.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Dus: als A dan C.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766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E1F3EA"/>
          </a:solidFill>
          <a:ln w="12700">
            <a:solidFill>
              <a:srgbClr val="E1F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✂️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137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Wegstrepen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of B.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Dus: B.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E1F3EA"/>
          </a:solidFill>
          <a:ln w="12700">
            <a:solidFill>
              <a:srgbClr val="E1F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99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799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2331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Samenvoegen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31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waar.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is waar.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Dus: A en 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tegenvoorbeeld-methode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5029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honden hebben vier poten.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03120"/>
            <a:ext cx="5029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 kat heeft vier poten.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898648"/>
            <a:ext cx="5303520" cy="0"/>
          </a:xfrm>
          <a:prstGeom prst="line">
            <a:avLst/>
          </a:prstGeom>
          <a:noFill/>
          <a:ln w="25400">
            <a:solidFill>
              <a:srgbClr val="1C1F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035808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FDEEDC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35808"/>
            <a:ext cx="5029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Dus: </a:t>
            </a:r>
            <a:pPr indent="0" marL="0">
              <a:buNone/>
            </a:pPr>
            <a:r>
              <a:rPr lang="en-US" sz="17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 kat is een hond.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🐱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423160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Fout!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3108960"/>
            <a:ext cx="23774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Verzin een situatie waarin de premissen kloppen en het besluit niet. Lukt dat? Dan is de redenering fout.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computer redeneert stap voor stap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212080" cy="3246120"/>
          </a:xfrm>
          <a:prstGeom prst="roundRect">
            <a:avLst>
              <a:gd name="adj" fmla="val 2817"/>
            </a:avLst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REGELS =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({"boek_te_laat"}, "onbetaald"),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({"onbetaald"}, "mag_niet_lenen"),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feiten = {"boek_te_laat"}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ronde 1: + onbetaald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ronde 2: + mag_niet_lenen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ronde 3: niets nieuws, stop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0" y="132588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0372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Voorwaarts ketenen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3108960"/>
            <a:ext cx="24688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Steeds opnieuw modus ponens toepassen, tot er niets nieuws meer bijkomt.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Ketenen in beeld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7270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27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40230" y="1783080"/>
            <a:ext cx="1211580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1851660" cy="2194560"/>
          </a:xfrm>
          <a:prstGeom prst="roundRect">
            <a:avLst>
              <a:gd name="adj" fmla="val 493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16687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16687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boek is te laat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43250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4325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💶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966210" y="1783080"/>
            <a:ext cx="1211580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83180" y="2377440"/>
            <a:ext cx="1851660" cy="2194560"/>
          </a:xfrm>
          <a:prstGeom prst="roundRect">
            <a:avLst>
              <a:gd name="adj" fmla="val 493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74620" y="2468880"/>
            <a:ext cx="16687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 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74620" y="3017520"/>
            <a:ext cx="16687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Dus: er staat een boete open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69230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6923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🚫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092190" y="1783080"/>
            <a:ext cx="1211580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09160" y="2377440"/>
            <a:ext cx="1851660" cy="2194560"/>
          </a:xfrm>
          <a:prstGeom prst="roundRect">
            <a:avLst>
              <a:gd name="adj" fmla="val 493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2468880"/>
            <a:ext cx="16687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 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017520"/>
            <a:ext cx="16687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Dus: mag niet lenen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95210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9521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🛑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835140" y="2377440"/>
            <a:ext cx="1851660" cy="2194560"/>
          </a:xfrm>
          <a:prstGeom prst="roundRect">
            <a:avLst>
              <a:gd name="adj" fmla="val 493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26580" y="2468880"/>
            <a:ext cx="16687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26580" y="3017520"/>
            <a:ext cx="16687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Niets nieuws meer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Onthoud dit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41732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Modus ponens en modus tollens kloppen altijd.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6888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Gevolg bevestigen en voorwaarde ontkennen zijn valkuilen.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611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52044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tegenvoorbeeld bewijst dat een redenering fout is.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thon basis eenvoudig">
  <a:themeElements>
    <a:clrScheme name="Python basis eenvoudig">
      <a:dk1>
        <a:srgbClr val="1C1F3B"/>
      </a:dk1>
      <a:lt1>
        <a:srgbClr val="FFFFFF"/>
      </a:lt1>
      <a:dk2>
        <a:srgbClr val="2B2F55"/>
      </a:dk2>
      <a:lt2>
        <a:srgbClr val="F0F2F8"/>
      </a:lt2>
      <a:accent1>
        <a:srgbClr val="F4A259"/>
      </a:accent1>
      <a:accent2>
        <a:srgbClr val="2E9E6B"/>
      </a:accent2>
      <a:accent3>
        <a:srgbClr val="D64545"/>
      </a:accent3>
      <a:accent4>
        <a:srgbClr val="3A7CA5"/>
      </a:accent4>
      <a:accent5>
        <a:srgbClr val="8E7CC3"/>
      </a:accent5>
      <a:accent6>
        <a:srgbClr val="5B6075"/>
      </a:accent6>
      <a:hlink>
        <a:srgbClr val="3A7CA5"/>
      </a:hlink>
      <a:folHlink>
        <a:srgbClr val="8E7CC3"/>
      </a:folHlink>
    </a:clrScheme>
    <a:fontScheme name="Python basis eenvoudi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Deductie</dc:title>
  <dc:subject>PptxGenJS Presentation</dc:subject>
  <dc:creator>Tom Vanhoutte</dc:creator>
  <cp:lastModifiedBy>Tom Vanhoutte</cp:lastModifiedBy>
  <cp:revision>1</cp:revision>
  <dcterms:created xsi:type="dcterms:W3CDTF">2026-10-28T10:30:51Z</dcterms:created>
  <dcterms:modified xsi:type="dcterms:W3CDTF">2026-10-28T10:30:51Z</dcterms:modified>
</cp:coreProperties>
</file>