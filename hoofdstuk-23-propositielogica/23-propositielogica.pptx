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Propositielogica: we vervangen zinnen door letters en rekenen ermee, zoals in wiskunde.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letter staat voor een kleine, losse zin die waar of onwaar is. Daarmee bouw je grotere zinnen.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“als … dan” is de lastige. Die heeft geen eigen woord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Niet opgeruimd? Dan kan mama de belofte nooit breken, wat ze ook doet. Daarom is p → q waar als p onwaar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Werkwijze: letters opschrijven, alle combinaties invullen, dan kolom per kolom uitrekenen.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tautologie is een kolom met enkel waar. In code: een if die altijd waar is, is overbodig.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23.07a en 23.07b.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Eerst de letters kiezen, dan de verbindingswoorden zoeken, dan in Python schrijven. Oefening 23.1.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23.08. Dit is de toets die we in hoofdstuk 24 opnieuw gebruiken.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23.1 (de uitleenregel formaliseren) en 23.2 (een tautologiecontrole bouwen).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23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Rekenen met waar en onwaar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Zinnen worden letters, en een tabel vertelt of het klopt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🔤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Geef elke zin een letter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🌧️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“Het regent.”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☂️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neem een paraplu.”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“Als het regent, neem ik een paraplu.”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verbindingswoorden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het Nederlands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Python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 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niet 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∧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en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and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∨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of q (of allebei)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or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p, dan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p) or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↔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als en slechts als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==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… dan: een belofte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Opgeruimd?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IJsje?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Belofte gehouden?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2588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🍦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“Ruim je kamer op, dan krijg je een ijsje”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Enkel gebroken als je opruimt en géén ijsje krijgt.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waarheidstabel: alle mogelijkheden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en 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of 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onwaar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2588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rijen?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letters = 4 rijen. 3 letters = 8 rijen. Elke letter verdubbelt het aantal.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Altijd, nooit of soms waar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Tautologie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waar.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“Het regent of het regent niet.”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waar.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“Het regent en het regent niet.”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🤷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Soms waar.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“Het regent.”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computer maakt de tabel voor jou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itertools import product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p, q in product([True, False],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repeat=2):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print(p, q, p and q)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werk met de hand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geeft alle combinaties. Bij 5 letters zijn dat al 32 rijen!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uitleenregel in letters en in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 = betaald, q = geschorst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(p ∧ ¬q) → 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betaald and not geschorst: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mag_lenen = True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“Als een lid betaald heeft en niet geschorst is, mag het lenen.”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Klopt een redenering? Zoek één tegenvoorbeeld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een rij in de tabel waar alle premissen waar zijn, maar het besluit onwaar.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zo’n rij gevonden? Ongeldig. Geen enkele? Geldig.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zinnen worden letters: p, q, 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waarheidstabel toont alle mogelijkheden.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“Als p dan q” is enkel onwaar als p waar is en q niet.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Propositielogica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