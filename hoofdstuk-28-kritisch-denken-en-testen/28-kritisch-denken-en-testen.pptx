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hoofdstuk brengt alles samen: deductie, inductie en kritisch denken, toegepast op testen.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Een falende test is een tegenvoorbeeld (deductie, zeker). Slagende testen zijn voorbeelden (inductie, waarschijnlijk).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lidgeldregeling van De Leeslamp. De drie ongeldige groepjes worden het vaakst vergeten.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Grenswaarden: bij elke grens test je eronder, erop en erboven. Typische fout: &gt; in plaats van &gt;=.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 28.06 en 28.07: een eigen testloper die alle tests draait.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volledige uitleenregel staat in 28.5: acht rijen. Oefening 28.2.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Alleen positief testen = kaart 4 omdraaien bij Wason. Negatief testen = kaart 7: die kan de regel breken.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 28.09: honderd procent dekking en toch een fout.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brug naar hoofdstuk 21: de afsluitcode van je testloper bepaalt of de pijplijn groen of rood wordt.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Oefeningen: 28.1 (de lidgeldregeling volledig testen) en 28.2 (de beslissingstabel van de uitleenregel).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NKER">
    <p:bg>
      <p:bgPr>
        <a:solidFill>
          <a:srgbClr val="1C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C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HOOFDSTUK 28  ·  PYTHON BASIS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08760"/>
            <a:ext cx="576072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Slim testen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54680"/>
            <a:ext cx="57607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testen kies je, als je niet alles kunt testen?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83680" y="1325880"/>
            <a:ext cx="2103120" cy="2103120"/>
          </a:xfrm>
          <a:prstGeom prst="ellipse">
            <a:avLst/>
          </a:prstGeom>
          <a:solidFill>
            <a:srgbClr val="2B2F55"/>
          </a:solidFill>
          <a:ln w="12700">
            <a:solidFill>
              <a:srgbClr val="2B2F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0" y="13258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🧪</a:t>
            </a:r>
            <a:endParaRPr lang="en-US" sz="8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80160"/>
            <a:ext cx="2103120" cy="21031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2801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🐛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3108960" y="914400"/>
            <a:ext cx="54864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Testen vindt fouten, maar bewijst niet dat er geen zijn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1965960"/>
            <a:ext cx="548640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test die faalt: zeker kapot.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Duizend testen die slagen: waarschijnlijk goed.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3749040"/>
            <a:ext cx="54864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zei computerwetenschapper Edsger Dijkstra al. Testen is inductie.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Groepjes die hetzelfde doen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54864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64592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Groepje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Leeftijd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Testwaarde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 jong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tot 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Jeugdtarief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tot 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Volwassenen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tot 64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 en ouder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Ongeldig: negatief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onder 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Ongeldig: te hoog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boven 120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Ongeldig: geen getal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"veertig"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217920" y="1325880"/>
            <a:ext cx="2468880" cy="3246120"/>
          </a:xfrm>
          <a:prstGeom prst="roundRect">
            <a:avLst>
              <a:gd name="adj" fmla="val 3704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040880" y="150876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040880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🍬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2423160"/>
            <a:ext cx="21945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Equivalentieklassen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355080" y="3108960"/>
            <a:ext cx="21945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 elk groepje test je één waarde. Zoals één snoepje proeven uit elke zak.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Fouten wonen op de grens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2590800" cy="3246120"/>
          </a:xfrm>
          <a:prstGeom prst="roundRect">
            <a:avLst>
              <a:gd name="adj" fmla="val 4235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1120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4112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⬅️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68880"/>
            <a:ext cx="2316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00400"/>
            <a:ext cx="23164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onder de grens: nog geen jeugdtarief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76600" y="1325880"/>
            <a:ext cx="2590800" cy="3246120"/>
          </a:xfrm>
          <a:prstGeom prst="roundRect">
            <a:avLst>
              <a:gd name="adj" fmla="val 4235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6052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413760" y="2468880"/>
            <a:ext cx="2316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13760" y="3200400"/>
            <a:ext cx="23164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Precies op de grens: jeugdtarief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96000" y="1325880"/>
            <a:ext cx="2590800" cy="3246120"/>
          </a:xfrm>
          <a:prstGeom prst="roundRect">
            <a:avLst>
              <a:gd name="adj" fmla="val 4235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79920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7992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➡️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6233160" y="2468880"/>
            <a:ext cx="2316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33160" y="3200400"/>
            <a:ext cx="23164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boven de grens: jeugdtarief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Gegeven – wanneer – dan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5212080" cy="3246120"/>
          </a:xfrm>
          <a:prstGeom prst="roundRect">
            <a:avLst>
              <a:gd name="adj" fmla="val 2817"/>
            </a:avLst>
          </a:prstGeom>
          <a:solidFill>
            <a:srgbClr val="1C1F3B"/>
          </a:solidFill>
          <a:ln w="12700">
            <a:solidFill>
              <a:srgbClr val="1C1F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Gegeven: een lid van 12 jaar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Wanneer: we het lidgeld berekenen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Dan: krijgt het jeugdtarief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tarief(12) == "jeugd"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325880"/>
            <a:ext cx="2743200" cy="3246120"/>
          </a:xfrm>
          <a:prstGeom prst="roundRect">
            <a:avLst>
              <a:gd name="adj" fmla="val 3333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03720" y="150876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03720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080760" y="2423160"/>
            <a:ext cx="24688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test is een klein verhaaltje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080760" y="3108960"/>
            <a:ext cx="24688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Begin, actie, verwacht resultaat. Zo kan iedereen hem lezen.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Een beslissingstabel: alle gevallen op een rij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Betaald?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Geschorst?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 lenen?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6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217920" y="1325880"/>
            <a:ext cx="2468880" cy="3246120"/>
          </a:xfrm>
          <a:prstGeom prst="roundRect">
            <a:avLst>
              <a:gd name="adj" fmla="val 3704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040880" y="150876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040880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📚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2423160"/>
            <a:ext cx="21945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rij = één test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355080" y="3108960"/>
            <a:ext cx="21945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 vergeet je geen enkel geval. Met 3 voorwaarden: 8 rijen.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Positief én negatief testen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3977640" cy="3246120"/>
          </a:xfrm>
          <a:prstGeom prst="roundRect">
            <a:avLst>
              <a:gd name="adj" fmla="val 3380"/>
            </a:avLst>
          </a:prstGeom>
          <a:solidFill>
            <a:srgbClr val="E1F3EA"/>
          </a:solidFill>
          <a:ln w="12700">
            <a:solidFill>
              <a:srgbClr val="E1F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5544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👍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554480"/>
            <a:ext cx="27432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Positief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68880"/>
            <a:ext cx="352044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Werkt het met goede invoer?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tarief(40) geeft “volwassen”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09160" y="1325880"/>
            <a:ext cx="3977640" cy="3246120"/>
          </a:xfrm>
          <a:prstGeom prst="roundRect">
            <a:avLst>
              <a:gd name="adj" fmla="val 3380"/>
            </a:avLst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0" y="15544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👎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806440" y="1554480"/>
            <a:ext cx="27432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Negatief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468880"/>
            <a:ext cx="352044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Geeft het een nette fout bij foute invoer?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tarief(-5) of tarief("abc")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80160"/>
            <a:ext cx="2103120" cy="21031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2801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🛏️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3108960" y="914400"/>
            <a:ext cx="54864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dekking is nog geen 100% goed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1965960"/>
            <a:ext cx="548640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Dekking zegt: elke regel code is één keer uitgevoerd. Niet: met elke lastige waarde.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3749040"/>
            <a:ext cx="54864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Alsof je elke kamer bekijkt, maar nooit onder het bed.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 test naar pijplijn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7270" y="1417320"/>
            <a:ext cx="731520" cy="7315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27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✍️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40230" y="1783080"/>
            <a:ext cx="1211580" cy="0"/>
          </a:xfrm>
          <a:prstGeom prst="line">
            <a:avLst/>
          </a:prstGeom>
          <a:noFill/>
          <a:ln w="25400">
            <a:solidFill>
              <a:srgbClr val="5B6075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57200" y="2377440"/>
            <a:ext cx="1851660" cy="2194560"/>
          </a:xfrm>
          <a:prstGeom prst="roundRect">
            <a:avLst>
              <a:gd name="adj" fmla="val 4938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68880"/>
            <a:ext cx="16687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17520"/>
            <a:ext cx="16687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met grenzen en foute invoer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43250" y="1417320"/>
            <a:ext cx="731520" cy="7315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4325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▶️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966210" y="1783080"/>
            <a:ext cx="1211580" cy="0"/>
          </a:xfrm>
          <a:prstGeom prst="line">
            <a:avLst/>
          </a:prstGeom>
          <a:noFill/>
          <a:ln w="25400">
            <a:solidFill>
              <a:srgbClr val="5B607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583180" y="2377440"/>
            <a:ext cx="1851660" cy="2194560"/>
          </a:xfrm>
          <a:prstGeom prst="roundRect">
            <a:avLst>
              <a:gd name="adj" fmla="val 4938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74620" y="2468880"/>
            <a:ext cx="16687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Draai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674620" y="3017520"/>
            <a:ext cx="16687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testloper geeft een afsluitcode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269230" y="1417320"/>
            <a:ext cx="731520" cy="7315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6923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092190" y="1783080"/>
            <a:ext cx="1211580" cy="0"/>
          </a:xfrm>
          <a:prstGeom prst="line">
            <a:avLst/>
          </a:prstGeom>
          <a:noFill/>
          <a:ln w="25400">
            <a:solidFill>
              <a:srgbClr val="5B607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709160" y="2377440"/>
            <a:ext cx="1851660" cy="2194560"/>
          </a:xfrm>
          <a:prstGeom prst="roundRect">
            <a:avLst>
              <a:gd name="adj" fmla="val 4938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00600" y="2468880"/>
            <a:ext cx="16687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800600" y="3017520"/>
            <a:ext cx="16687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pijplijn uit H21 draait ze bij elke push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95210" y="1417320"/>
            <a:ext cx="731520" cy="7315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9521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🚦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835140" y="2377440"/>
            <a:ext cx="1851660" cy="2194560"/>
          </a:xfrm>
          <a:prstGeom prst="roundRect">
            <a:avLst>
              <a:gd name="adj" fmla="val 4938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26580" y="2468880"/>
            <a:ext cx="16687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Uitslag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926580" y="3017520"/>
            <a:ext cx="16687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groen, iets anders = rood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8638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Onthoud dit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685800" cy="6858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417320"/>
            <a:ext cx="6949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Testen vindt fouten, maar bewijst nooit dat er geen zijn.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685800" cy="6858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560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468880"/>
            <a:ext cx="6949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Kies één waarde per groepje, en test elke grens.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685800" cy="6858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611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520440"/>
            <a:ext cx="6949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ook foute invoer: die kan je code breken.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ython basis eenvoudig">
  <a:themeElements>
    <a:clrScheme name="Python basis eenvoudig">
      <a:dk1>
        <a:srgbClr val="1C1F3B"/>
      </a:dk1>
      <a:lt1>
        <a:srgbClr val="FFFFFF"/>
      </a:lt1>
      <a:dk2>
        <a:srgbClr val="2B2F55"/>
      </a:dk2>
      <a:lt2>
        <a:srgbClr val="F0F2F8"/>
      </a:lt2>
      <a:accent1>
        <a:srgbClr val="F4A259"/>
      </a:accent1>
      <a:accent2>
        <a:srgbClr val="2E9E6B"/>
      </a:accent2>
      <a:accent3>
        <a:srgbClr val="D64545"/>
      </a:accent3>
      <a:accent4>
        <a:srgbClr val="3A7CA5"/>
      </a:accent4>
      <a:accent5>
        <a:srgbClr val="8E7CC3"/>
      </a:accent5>
      <a:accent6>
        <a:srgbClr val="5B6075"/>
      </a:accent6>
      <a:hlink>
        <a:srgbClr val="3A7CA5"/>
      </a:hlink>
      <a:folHlink>
        <a:srgbClr val="8E7CC3"/>
      </a:folHlink>
    </a:clrScheme>
    <a:fontScheme name="Python basis eenvoudi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Kritisch denken en testen</dc:title>
  <dc:subject>PptxGenJS Presentation</dc:subject>
  <dc:creator>Tom Vanhoutte</dc:creator>
  <cp:lastModifiedBy>Tom Vanhoutte</cp:lastModifiedBy>
  <cp:revision>1</cp:revision>
  <dcterms:created xsi:type="dcterms:W3CDTF">2026-10-28T10:30:51Z</dcterms:created>
  <dcterms:modified xsi:type="dcterms:W3CDTF">2026-10-28T10:30:51Z</dcterms:modified>
</cp:coreProperties>
</file>