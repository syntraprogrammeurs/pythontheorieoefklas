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Elke regel code is eigenlijk een bewering. Logica helpt ons nagaan of onze redeneringen kloppen.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kun je er “dat is waar” of “dat is niet waar” op antwoorden? Dan is het een bewering.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Premisse = wat we aannemen. Conclusie (besluit) = wat eruit volgt.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groep zinnen uit een e-mail zoeken met zulke woorden (oefening 22.1).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Waar gaat over zinnen. Geldig gaat over de vorm van een redenering. Deugdelijk is beide samen.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goede vorm met een foute premisse geeft een fout besluit. Hetzelfde gebeurt in code (zie 22.07).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Testen is inductie (we proberen voorbeelden), bewijzen is deductie. Komt terug in hoofdstuk 24, 27 en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 22.07: wanneer je code geldig is en toch fout. De computer controleert de vorm, niet of je premisse klopt.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Zulke zinnen hoor je ook op kantoor. Ze klinken overtuigend, maar bewijzen niets.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22.1 (vier beweringen uit een e-mail) en 22.2 (waar, geldig of deugdelijk?).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22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Logica: slim redeneren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een bewering, en wanneer klopt een redenering?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bewering is waar of niet waar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🐈‍⬛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kat is zwart.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Bewering: je kunt nagaan of het klopt.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de deur!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bewering: een bevel is niet waar of onwaar.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😴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je moe?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bewering: een vraag is niet waar of onwaar.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redenering: stukjes die een besluit dragen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honden blaffen.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 is een hond.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98648"/>
            <a:ext cx="5303520" cy="0"/>
          </a:xfrm>
          <a:prstGeom prst="line">
            <a:avLst/>
          </a:prstGeom>
          <a:noFill/>
          <a:ln w="25400">
            <a:solidFill>
              <a:srgbClr val="1C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358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DEEDC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</a:t>
            </a:r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 blaft.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🐕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Premissen + besluit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grijze zinnen zijn de premissen. Ze dragen het besluit, zoals poten een tafel.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Signaalwoorden verraden de rol van een zin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0050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597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4597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👉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37261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dus, daarom, bijgevolg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37261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Hierna komt het besluit.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86300" y="1325880"/>
            <a:ext cx="400050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507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507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👈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2468880"/>
            <a:ext cx="37261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want, omdat, aangezien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23460" y="3200400"/>
            <a:ext cx="37261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Hierna komt een premisse: de reden.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woorden die je niet mag verwarren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11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11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zin klopt met de echte wereld.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766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redenering is goed gebouwd: zijn de premissen waar, dan moet het besluit ook waar zijn.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325880"/>
            <a:ext cx="2590800" cy="3246120"/>
          </a:xfrm>
          <a:prstGeom prst="roundRect">
            <a:avLst>
              <a:gd name="adj" fmla="val 423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9920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9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233160" y="2468880"/>
            <a:ext cx="2316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Deugdelijk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3200400"/>
            <a:ext cx="2316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 én alle premissen zijn echt waar.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Geldig, en toch fout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katten kunnen vliegen.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Minou is een kat.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98648"/>
            <a:ext cx="5303520" cy="0"/>
          </a:xfrm>
          <a:prstGeom prst="line">
            <a:avLst/>
          </a:prstGeom>
          <a:noFill/>
          <a:ln w="25400">
            <a:solidFill>
              <a:srgbClr val="1C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358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DEEDC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</a:t>
            </a:r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Minou kan vliegen.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🐱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Geldig, niet deugdelijk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redenering is goed gebouwd, maar de eerste premisse is onwaar.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 manieren van redeneren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regel naar geval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“Alle honden blaffen, Rex is een hond, dus Rex blaft.”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voorbeelden naar regel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“Elke zwaan die ik zag was wit, dus alle zwanen zijn wit.”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Waarschijnlijk (er bestaan zwarte zwanen!)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Ook code redeneert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mag_lenen(leeftijd):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premisse: vanaf 12 mag je lenen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leeftijd &gt;= 12: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print(mag_lenen(15))   # True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Juiste code, foute regel?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 is geldig. Maar klopt de regel “vanaf 12” niet, dan is het antwoord toch fout.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Drogredenen: valse trucjes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6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6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doet het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mensen zeggen het, dus het is waar?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17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32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32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089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man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 is vervelend, dus zijn idee is fout?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77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77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🕰️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zo gedaan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was zo, dus het moet zo blijven?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008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23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23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 dilemma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 we A of B? Terwijl er ook C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bewering is iets dat waar of niet waar kan zijn.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Geldig = goed gebouwd. Deugdelijk = goed gebouwd én waar.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Deductie is zeker, inductie is waarschijnlijk.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Logica: basisbegrippen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