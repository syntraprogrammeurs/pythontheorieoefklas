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Inductie gaat verder dan wat je zag. Daarom is het nooit 100% zeker.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Inductie: van veel gevallen naar een algemene regel. Eén tegenvoorbeeld kan de regel breken.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zijn vragen naar de sterkte van een inductieve redenering.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iedereen eerst zelf kiezen en het opschrijven, vóór je de volgende slide toont. De testtaak van Wason (1966).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meeste mensen kiezen A en 4: ze zoeken bevestiging. Dat heet bevestigingsdrang. A = modus ponens, 7 = modus tollens.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van de vijf methodes van Mill. Bij een bug gebruik je vooral de methode van verschil.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twee dingen samen bewegen: misschien veroorzaakt A B, of B A, of iets anders allebei, of het is toeval.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binair zoeken uit hoofdstuk 25, maar dan over je git-geschiedenis. Zie 27.06.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Hypothese, voorspelling, toets. Zoek vooral naar de test die je gok kan breken.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27.1 (wie breekt de ledenpagina?) en 27.2 (de kaarten van je eigen regel).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27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Inductie: slimme gokken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voorbeelden naar regels, en hoe je jezelf niet voor de gek houdt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🦃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kalkoen die het zeker wist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ochtend kreeg de kalkoen eten. 100 dagen lang. Hij besloot: “Ik krijg altijd eten.”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Toen kwam Kerstmis. Veel voorbeelden maken een regel waarschijnlijk, niet zeker.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mijn gok sterk?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6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6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Genoeg?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ik genoeg voorbeelden gezien?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17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32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32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🌈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089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mijn voorbeelden verschillend genoeg?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77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77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🙅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Tegenvoorbeeld?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ik gezocht naar iets dat niet past?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008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23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23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het?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Klopt het met wat ik al weet?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Puzzel: welke kaarten draai je om?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“Staat er een klinker op de ene kant, dan staat er een even getal op de andere kant.”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83464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3464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7512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wilt nagaan of de regel klopt. Draai zo weinig mogelijk kaarten om. Welke?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Antwoord: A en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“Staat er een klinker op de ene kant, dan staat er een even getal op de andere kant.”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4A259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83464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3464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1463040" cy="1828800"/>
          </a:xfrm>
          <a:prstGeom prst="roundRect">
            <a:avLst>
              <a:gd name="adj" fmla="val 7500"/>
            </a:avLst>
          </a:prstGeom>
          <a:solidFill>
            <a:srgbClr val="F4A259"/>
          </a:solidFill>
          <a:ln w="25400">
            <a:solidFill>
              <a:srgbClr val="F4A25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75120" y="1965960"/>
            <a:ext cx="1463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 de A moet een even getal staan. Achter de 7 mag geen klinker staan. De 4 kan de regel nooit breken!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de oorzaak?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Overeenkomst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die ziek werd, at de vis. De vis is verdacht.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Gisteren werkte het, vandaag niet. Wat is er veranderd?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bewegen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meer suiker, hoe drukker. Meer van het ene, meer van het andere.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Samen is nog geen oorzaak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🍦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ziet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ijsjes verkocht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mensen verbrand door de zon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Veroorzaken ijsjes zonnebrand?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☀️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echt gebeurt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zon schijnt!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zon zorgt voor allebei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een derde oorzaak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bisect: zoek de foute commit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27632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om te bekijken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5456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het midden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 de helft weg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07024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729984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0992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4 → 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blijven halveren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7808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260336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gevonden na 6 stappen!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bisect start  →  git bisect bad  →  git bisect good &lt;commit&gt;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fout aanpakken als een wetenschapper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27632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precies mis?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05456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57984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zou de oorzaak kunnen zijn?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0208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Voorspel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mijn gok klopt, dan 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07024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07024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29984" y="1783080"/>
            <a:ext cx="786384" cy="0"/>
          </a:xfrm>
          <a:prstGeom prst="line">
            <a:avLst/>
          </a:prstGeom>
          <a:noFill/>
          <a:ln w="25400">
            <a:solidFill>
              <a:srgbClr val="5B60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0992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50992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Probeer het uit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07808" y="1417320"/>
            <a:ext cx="731520" cy="7315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07808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260336" y="2377440"/>
            <a:ext cx="1426464" cy="2194560"/>
          </a:xfrm>
          <a:prstGeom prst="roundRect">
            <a:avLst>
              <a:gd name="adj" fmla="val 641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51776" y="2468880"/>
            <a:ext cx="1243584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Opnieuw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3017520"/>
            <a:ext cx="12435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 gegokt? Nieuwe gok!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Inductie: van voorbeelden naar een regel. Waarschijnlijk, niet zeker.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naar wat je gelijk kan breken, niet naar bevestiging.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bewegen betekent nog niet: oorzaak.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Inductie en kritisch denken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